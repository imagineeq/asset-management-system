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78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85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25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87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94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99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7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9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00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6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3067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901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7050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662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72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83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BB9E6-1EF9-4855-8FD4-7FAA011E844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0680379-DC9D-4197-8473-B53DB2F9C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2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  <p:sldLayoutId id="2147484081" r:id="rId12"/>
    <p:sldLayoutId id="2147484082" r:id="rId13"/>
    <p:sldLayoutId id="2147484083" r:id="rId14"/>
    <p:sldLayoutId id="2147484084" r:id="rId15"/>
    <p:sldLayoutId id="21474840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8A45FC-10E3-EDFD-CCCD-EC92BBAED7B6}"/>
              </a:ext>
            </a:extLst>
          </p:cNvPr>
          <p:cNvSpPr txBox="1"/>
          <p:nvPr/>
        </p:nvSpPr>
        <p:spPr>
          <a:xfrm>
            <a:off x="1461319" y="1995948"/>
            <a:ext cx="9537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lgerian" panose="04020705040A02060702" pitchFamily="82" charset="0"/>
              </a:rPr>
              <a:t>East coast railway headquarters, </a:t>
            </a:r>
            <a:r>
              <a:rPr lang="en-US" sz="2800" b="1" dirty="0" err="1">
                <a:solidFill>
                  <a:srgbClr val="FF0000"/>
                </a:solidFill>
                <a:latin typeface="Algerian" panose="04020705040A02060702" pitchFamily="82" charset="0"/>
              </a:rPr>
              <a:t>bhubaneswar</a:t>
            </a:r>
            <a:endParaRPr lang="en-IN" sz="2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755A5-F280-A715-BE96-F423D0DDB62E}"/>
              </a:ext>
            </a:extLst>
          </p:cNvPr>
          <p:cNvSpPr txBox="1"/>
          <p:nvPr/>
        </p:nvSpPr>
        <p:spPr>
          <a:xfrm>
            <a:off x="3387212" y="2519168"/>
            <a:ext cx="592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9933"/>
                </a:solidFill>
                <a:latin typeface="Algerian" panose="04020705040A02060702" pitchFamily="82" charset="0"/>
              </a:rPr>
              <a:t>Information technology cell</a:t>
            </a:r>
            <a:endParaRPr lang="en-IN" sz="2800" b="1" dirty="0">
              <a:solidFill>
                <a:srgbClr val="FF9933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5C2CD-46C5-60FA-B9B1-FE274B1FE870}"/>
              </a:ext>
            </a:extLst>
          </p:cNvPr>
          <p:cNvSpPr txBox="1"/>
          <p:nvPr/>
        </p:nvSpPr>
        <p:spPr>
          <a:xfrm>
            <a:off x="3758380" y="3042388"/>
            <a:ext cx="4943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 Group Project Presentation</a:t>
            </a:r>
          </a:p>
          <a:p>
            <a:pPr algn="ctr"/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55FB42-A60D-F249-9CE9-1E92A4DD1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122" y="167685"/>
            <a:ext cx="2241756" cy="18282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590A70-72F7-E101-38AA-F04476932DF6}"/>
              </a:ext>
            </a:extLst>
          </p:cNvPr>
          <p:cNvSpPr txBox="1"/>
          <p:nvPr/>
        </p:nvSpPr>
        <p:spPr>
          <a:xfrm>
            <a:off x="4001578" y="3883382"/>
            <a:ext cx="4294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Management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FBC0C-6301-C815-78D2-F45D74510CFB}"/>
              </a:ext>
            </a:extLst>
          </p:cNvPr>
          <p:cNvSpPr txBox="1"/>
          <p:nvPr/>
        </p:nvSpPr>
        <p:spPr>
          <a:xfrm>
            <a:off x="3275131" y="4592726"/>
            <a:ext cx="5641737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 dirty="0">
                <a:latin typeface="Calisto MT" panose="02040603050505030304" pitchFamily="18" charset="0"/>
              </a:rPr>
              <a:t>Team Members:-</a:t>
            </a:r>
          </a:p>
          <a:p>
            <a:r>
              <a:rPr lang="en-IN" sz="2400" i="1" dirty="0">
                <a:latin typeface="Calisto MT" panose="02040603050505030304" pitchFamily="18" charset="0"/>
              </a:rPr>
              <a:t>Dibya Ranjan Nayak      Aparajita P. Patra</a:t>
            </a:r>
          </a:p>
          <a:p>
            <a:r>
              <a:rPr lang="en-IN" sz="2400" i="1" dirty="0">
                <a:latin typeface="Calisto MT" panose="02040603050505030304" pitchFamily="18" charset="0"/>
              </a:rPr>
              <a:t>Aditya Kumar Sahoo      </a:t>
            </a:r>
            <a:r>
              <a:rPr lang="en-IN" sz="2400" i="1" dirty="0" err="1">
                <a:latin typeface="Calisto MT" panose="02040603050505030304" pitchFamily="18" charset="0"/>
              </a:rPr>
              <a:t>Ipshika</a:t>
            </a:r>
            <a:r>
              <a:rPr lang="en-IN" sz="2400" i="1" dirty="0">
                <a:latin typeface="Calisto MT" panose="02040603050505030304" pitchFamily="18" charset="0"/>
              </a:rPr>
              <a:t> Mohapatra</a:t>
            </a:r>
          </a:p>
          <a:p>
            <a:r>
              <a:rPr lang="en-IN" sz="2400" i="1" dirty="0">
                <a:latin typeface="Calisto MT" panose="02040603050505030304" pitchFamily="18" charset="0"/>
              </a:rPr>
              <a:t>Asutosh Singh Deo          </a:t>
            </a:r>
            <a:r>
              <a:rPr lang="en-IN" sz="2400" i="1" dirty="0" err="1">
                <a:latin typeface="Calisto MT" panose="02040603050505030304" pitchFamily="18" charset="0"/>
              </a:rPr>
              <a:t>Bijayeeni</a:t>
            </a:r>
            <a:r>
              <a:rPr lang="en-IN" sz="2400" i="1" dirty="0">
                <a:latin typeface="Calisto MT" panose="02040603050505030304" pitchFamily="18" charset="0"/>
              </a:rPr>
              <a:t> Nayak</a:t>
            </a:r>
          </a:p>
          <a:p>
            <a:r>
              <a:rPr lang="en-IN" sz="2400" i="1" dirty="0">
                <a:latin typeface="Calisto MT" panose="02040603050505030304" pitchFamily="18" charset="0"/>
              </a:rPr>
              <a:t>Nitin Arya</a:t>
            </a:r>
          </a:p>
        </p:txBody>
      </p:sp>
    </p:spTree>
    <p:extLst>
      <p:ext uri="{BB962C8B-B14F-4D97-AF65-F5344CB8AC3E}">
        <p14:creationId xmlns:p14="http://schemas.microsoft.com/office/powerpoint/2010/main" val="3377019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DA4D-4C13-EED8-C8D5-3186A1660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E8261-EEC1-A8BC-881B-7DB048B95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730477"/>
            <a:ext cx="8915400" cy="4316361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1. Introduction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2. Problem Statement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3. Objective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4. Technology Used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5. Features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6. Flowchart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7. Results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8. Future Scope</a:t>
            </a:r>
          </a:p>
          <a:p>
            <a:pPr marL="0" indent="0" fontAlgn="base">
              <a:buNone/>
            </a:pPr>
            <a:r>
              <a:rPr lang="en-US" sz="2400" dirty="0">
                <a:latin typeface="Calisto MT" panose="02040603050505030304" pitchFamily="18" charset="0"/>
              </a:rPr>
              <a:t>9. Conclusion</a:t>
            </a:r>
          </a:p>
          <a:p>
            <a:endParaRPr lang="en-IN" sz="24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9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C74C-354B-580C-BF10-A04F4C40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A4A5-025D-D771-FC68-0B534363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360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EC484C2C-78F0-54C6-0F04-CC67B4D50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26" y="1218584"/>
            <a:ext cx="2970234" cy="56394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EEA5-A615-841C-151E-CFCF92E33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5755" y="1730477"/>
            <a:ext cx="8915400" cy="431636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A web-based system designed to manage and track organizational assets efficiently.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Helps maintain asset details such as asset name, category, location, status, and assigned information.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Provides an organized way to add, view, update, and manage asset records.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Reduces manual record-keeping and improves accuracy in asset tracking.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Built as a project focused on simple asset management without login authentication or email notification features.</a:t>
            </a:r>
          </a:p>
        </p:txBody>
      </p:sp>
    </p:spTree>
    <p:extLst>
      <p:ext uri="{BB962C8B-B14F-4D97-AF65-F5344CB8AC3E}">
        <p14:creationId xmlns:p14="http://schemas.microsoft.com/office/powerpoint/2010/main" val="3033470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173-B4B4-0CB0-AEE7-60E85369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BB12-E329-AAE4-54A4-5392EC9C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AF98F-8AB8-2261-6710-F4CCA85A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2015605"/>
            <a:ext cx="8915400" cy="45034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Calisto MT" panose="02040603050505030304" pitchFamily="18" charset="0"/>
              </a:rPr>
              <a:t>Challenges in Asset Management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sto MT" panose="02040603050505030304" pitchFamily="18" charset="0"/>
              </a:rPr>
              <a:t>Managing organizational assets manually can be time-consuming and difficult to maintain.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sto MT" panose="02040603050505030304" pitchFamily="18" charset="0"/>
              </a:rPr>
              <a:t>Asset details may get scattered across registers, spreadsheets, or different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sto MT" panose="02040603050505030304" pitchFamily="18" charset="0"/>
              </a:rPr>
              <a:t>Manual tracking can lead to errors, duplicate records, missing information, or outdated asset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sto MT" panose="02040603050505030304" pitchFamily="18" charset="0"/>
              </a:rPr>
              <a:t>Searching and updating asset information becomes inefficient as the number of assets increases.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Calisto MT" panose="02040603050505030304" pitchFamily="18" charset="0"/>
              </a:rPr>
              <a:t>There is a need for a centralized system to store, view, update, and manage asset records easily.</a:t>
            </a:r>
            <a:endParaRPr lang="en-IN" sz="2200" b="1" dirty="0">
              <a:latin typeface="Calisto MT" panose="020406030505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200" b="1" dirty="0"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59395-F132-085A-DAE9-317CBF433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960" y="56861"/>
            <a:ext cx="3991897" cy="20147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290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98BAF-1E58-A35E-C6D8-99F7B1F6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5C10-72E4-43A1-42CE-009CB0B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197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F3550-BF1B-D062-2D28-2AE412E03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6779" y="1730477"/>
            <a:ext cx="8915400" cy="45034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To develop a web-based Asset Management System for maintaining asset records in a centralized way.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To allow easy addition, viewing, updating, and management of asset details.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To reduce manual record-keeping and improve the accuracy of asset information.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To make asset tracking faster, more organized, and easier to access.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To provide a simple and user-friendly interface for managing asset data.</a:t>
            </a:r>
            <a:endParaRPr lang="en-IN" sz="2200" b="1" dirty="0">
              <a:latin typeface="Calisto MT" panose="02040603050505030304" pitchFamily="18" charset="0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32B82ABF-5804-F185-C71F-1B1FB204C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22" y="1730478"/>
            <a:ext cx="2995998" cy="374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5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1182B-E792-0168-12F8-D19FCB1D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BF7E-DAB1-17A5-8F05-2490BB8D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23F1-6303-0B86-46A2-A9777A827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730477"/>
            <a:ext cx="8915400" cy="468015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Calisto MT" panose="02040603050505030304" pitchFamily="18" charset="0"/>
              </a:rPr>
              <a:t>Frontend:-</a:t>
            </a:r>
            <a:endParaRPr lang="en-IN" sz="2400" dirty="0">
              <a:latin typeface="Calisto MT" panose="0204060305050503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React.js:</a:t>
            </a:r>
            <a:r>
              <a:rPr lang="en-IN" sz="2200" dirty="0">
                <a:latin typeface="Calisto MT" panose="02040603050505030304" pitchFamily="18" charset="0"/>
              </a:rPr>
              <a:t> Used for building the user interface.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Vite:</a:t>
            </a:r>
            <a:r>
              <a:rPr lang="en-IN" sz="2200" dirty="0">
                <a:latin typeface="Calisto MT" panose="02040603050505030304" pitchFamily="18" charset="0"/>
              </a:rPr>
              <a:t> Used for fast frontend development and build setup.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Tailwind CSS:</a:t>
            </a:r>
            <a:r>
              <a:rPr lang="en-IN" sz="2200" dirty="0">
                <a:latin typeface="Calisto MT" panose="02040603050505030304" pitchFamily="18" charset="0"/>
              </a:rPr>
              <a:t> Used for styling and responsive design.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React Router:</a:t>
            </a:r>
            <a:r>
              <a:rPr lang="en-IN" sz="2200" dirty="0">
                <a:latin typeface="Calisto MT" panose="02040603050505030304" pitchFamily="18" charset="0"/>
              </a:rPr>
              <a:t> Used for navigation between pages.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Axios:</a:t>
            </a:r>
            <a:r>
              <a:rPr lang="en-IN" sz="2200" dirty="0">
                <a:latin typeface="Calisto MT" panose="02040603050505030304" pitchFamily="18" charset="0"/>
              </a:rPr>
              <a:t> Used for API communication with the backend.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Calisto MT" panose="02040603050505030304" pitchFamily="18" charset="0"/>
              </a:rPr>
              <a:t>Backend:-</a:t>
            </a:r>
            <a:endParaRPr lang="en-IN" sz="2400" dirty="0">
              <a:latin typeface="Calisto MT" panose="0204060305050503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Node.js:</a:t>
            </a:r>
            <a:r>
              <a:rPr lang="en-IN" sz="2200" dirty="0">
                <a:latin typeface="Calisto MT" panose="02040603050505030304" pitchFamily="18" charset="0"/>
              </a:rPr>
              <a:t> Runtime environment for the server.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Express.js:</a:t>
            </a:r>
            <a:r>
              <a:rPr lang="en-IN" sz="2200" dirty="0">
                <a:latin typeface="Calisto MT" panose="02040603050505030304" pitchFamily="18" charset="0"/>
              </a:rPr>
              <a:t> Used to create backend routes and APIs.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REST API:</a:t>
            </a:r>
            <a:r>
              <a:rPr lang="en-IN" sz="2200" dirty="0">
                <a:latin typeface="Calisto MT" panose="02040603050505030304" pitchFamily="18" charset="0"/>
              </a:rPr>
              <a:t> Used for communication between frontend and backend.</a:t>
            </a:r>
          </a:p>
          <a:p>
            <a:pPr marL="0" indent="0">
              <a:buNone/>
            </a:pPr>
            <a:endParaRPr lang="en-IN" sz="2200" b="1" dirty="0">
              <a:latin typeface="Calisto MT" panose="0204060305050503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115C57-75C3-FE86-DA68-24FEEDD42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953" y="1644512"/>
            <a:ext cx="2380221" cy="1564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267B92-F5EE-BE14-BE1D-FB12ACA20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760" y="3346246"/>
            <a:ext cx="2143433" cy="10747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D80BA7-2158-9C7B-EDB8-9B1B1DA30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39" y="1814629"/>
            <a:ext cx="2380221" cy="12237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67E6DE-4BDA-9585-0DEA-CB61EFF9C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109" y="4957216"/>
            <a:ext cx="2066437" cy="9171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630ED2-770D-E622-0451-9CA22A8FC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88" y="5241614"/>
            <a:ext cx="1536837" cy="12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4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1DDD-52AA-F62A-25A4-51B8F723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AB27-920B-E3EC-FF36-91BBA89B7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088922"/>
            <a:ext cx="8915400" cy="468015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Calisto MT" panose="02040603050505030304" pitchFamily="18" charset="0"/>
              </a:rPr>
              <a:t>Database:-</a:t>
            </a:r>
            <a:endParaRPr lang="en-IN" sz="2400" dirty="0">
              <a:latin typeface="Calisto MT" panose="0204060305050503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MongoDB:</a:t>
            </a:r>
            <a:r>
              <a:rPr lang="en-IN" sz="2200" dirty="0">
                <a:latin typeface="Calisto MT" panose="02040603050505030304" pitchFamily="18" charset="0"/>
              </a:rPr>
              <a:t> Used to store asset-related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Mongoose:</a:t>
            </a:r>
            <a:r>
              <a:rPr lang="en-IN" sz="2200" dirty="0">
                <a:latin typeface="Calisto MT" panose="02040603050505030304" pitchFamily="18" charset="0"/>
              </a:rPr>
              <a:t> Used for database schema creation and MongoDB interaction.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Calisto MT" panose="02040603050505030304" pitchFamily="18" charset="0"/>
              </a:rPr>
              <a:t>Utilities:-</a:t>
            </a:r>
            <a:endParaRPr lang="en-IN" sz="2400" dirty="0">
              <a:latin typeface="Calisto MT" panose="0204060305050503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Multer:</a:t>
            </a:r>
            <a:r>
              <a:rPr lang="en-IN" sz="2200" dirty="0">
                <a:latin typeface="Calisto MT" panose="02040603050505030304" pitchFamily="18" charset="0"/>
              </a:rPr>
              <a:t> Used for handling file uploads.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 err="1">
                <a:latin typeface="Calisto MT" panose="02040603050505030304" pitchFamily="18" charset="0"/>
              </a:rPr>
              <a:t>QRCode</a:t>
            </a:r>
            <a:r>
              <a:rPr lang="en-IN" sz="2200" b="1" dirty="0">
                <a:latin typeface="Calisto MT" panose="02040603050505030304" pitchFamily="18" charset="0"/>
              </a:rPr>
              <a:t>:</a:t>
            </a:r>
            <a:r>
              <a:rPr lang="en-IN" sz="2200" dirty="0">
                <a:latin typeface="Calisto MT" panose="02040603050505030304" pitchFamily="18" charset="0"/>
              </a:rPr>
              <a:t> Used for generating QR codes for assets.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XLSX:</a:t>
            </a:r>
            <a:r>
              <a:rPr lang="en-IN" sz="2200" dirty="0">
                <a:latin typeface="Calisto MT" panose="02040603050505030304" pitchFamily="18" charset="0"/>
              </a:rPr>
              <a:t> Used for Excel file import/export functionality.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 err="1">
                <a:latin typeface="Calisto MT" panose="02040603050505030304" pitchFamily="18" charset="0"/>
              </a:rPr>
              <a:t>dotenv</a:t>
            </a:r>
            <a:r>
              <a:rPr lang="en-IN" sz="2200" b="1" dirty="0">
                <a:latin typeface="Calisto MT" panose="02040603050505030304" pitchFamily="18" charset="0"/>
              </a:rPr>
              <a:t>:</a:t>
            </a:r>
            <a:r>
              <a:rPr lang="en-IN" sz="2200" dirty="0">
                <a:latin typeface="Calisto MT" panose="02040603050505030304" pitchFamily="18" charset="0"/>
              </a:rPr>
              <a:t> Used for managing environment variables.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CORS:</a:t>
            </a:r>
            <a:r>
              <a:rPr lang="en-IN" sz="2200" dirty="0">
                <a:latin typeface="Calisto MT" panose="02040603050505030304" pitchFamily="18" charset="0"/>
              </a:rPr>
              <a:t> Used to allow communication between frontend and backend.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BB5A8-0AD5-3641-1068-4EC916E06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807065"/>
            <a:ext cx="3146323" cy="1048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46186-2855-3645-5DA4-96D824B1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8" y="3350342"/>
            <a:ext cx="2270868" cy="1133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59D535-099E-168D-1812-523929CC9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890" y="3241985"/>
            <a:ext cx="1710727" cy="17601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26B979-0024-47FE-BBCE-2B3C7F74FD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85" y="4795837"/>
            <a:ext cx="1722951" cy="172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0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5273-2C1A-F248-03D9-17644077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2F65-6B0A-1AF0-86FE-A78C2373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10374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BD7DF-35C3-94A6-55CD-508D2665B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865238"/>
            <a:ext cx="8915400" cy="60001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Asset Allocation &amp; Record Management:</a:t>
            </a:r>
            <a:r>
              <a:rPr lang="en-IN" sz="2200" dirty="0">
                <a:latin typeface="Calisto MT" panose="02040603050505030304" pitchFamily="18" charset="0"/>
              </a:rPr>
              <a:t> Allocate, track, and maintain asset records in one centralized system</a:t>
            </a:r>
            <a:r>
              <a:rPr lang="en-IN" sz="2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Asset Categorization:</a:t>
            </a:r>
            <a:r>
              <a:rPr lang="en-IN" sz="2200" dirty="0">
                <a:latin typeface="Calisto MT" panose="02040603050505030304" pitchFamily="18" charset="0"/>
              </a:rPr>
              <a:t> Organize assets based on categories for easier tracking.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Search and Filter:</a:t>
            </a:r>
            <a:r>
              <a:rPr lang="en-IN" sz="2200" dirty="0">
                <a:latin typeface="Calisto MT" panose="02040603050505030304" pitchFamily="18" charset="0"/>
              </a:rPr>
              <a:t> Quickly find required asset records from the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QR Code Generation:</a:t>
            </a:r>
            <a:r>
              <a:rPr lang="en-IN" sz="2200" dirty="0">
                <a:latin typeface="Calisto MT" panose="02040603050505030304" pitchFamily="18" charset="0"/>
              </a:rPr>
              <a:t> Generate QR codes for assets to make identification easier.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File Upload Support:</a:t>
            </a:r>
            <a:r>
              <a:rPr lang="en-IN" sz="2200" dirty="0">
                <a:latin typeface="Calisto MT" panose="02040603050505030304" pitchFamily="18" charset="0"/>
              </a:rPr>
              <a:t> Upload related asset files or documents using Multer.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Excel Import/Export:</a:t>
            </a:r>
            <a:r>
              <a:rPr lang="en-IN" sz="2200" dirty="0">
                <a:latin typeface="Calisto MT" panose="02040603050505030304" pitchFamily="18" charset="0"/>
              </a:rPr>
              <a:t> Handle asset data using Excel files through XLSX.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Responsive Interface:</a:t>
            </a:r>
            <a:r>
              <a:rPr lang="en-IN" sz="2200" dirty="0">
                <a:latin typeface="Calisto MT" panose="02040603050505030304" pitchFamily="18" charset="0"/>
              </a:rPr>
              <a:t> User-friendly frontend built with React and Tailwind CSS.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Centralized Database:</a:t>
            </a:r>
            <a:r>
              <a:rPr lang="en-IN" sz="2200" dirty="0">
                <a:latin typeface="Calisto MT" panose="02040603050505030304" pitchFamily="18" charset="0"/>
              </a:rPr>
              <a:t> Store asset information securely in MongoDB.</a:t>
            </a:r>
            <a:endParaRPr lang="en-IN" sz="2200" b="1" dirty="0">
              <a:latin typeface="Calisto MT" panose="02040603050505030304" pitchFamily="18" charset="0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AECDCD27-663C-F8BA-2FD6-E3A56B1D7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1" y="1377744"/>
            <a:ext cx="2396282" cy="2653482"/>
          </a:xfrm>
          <a:prstGeom prst="rect">
            <a:avLst/>
          </a:prstGeom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A26CD333-985A-1085-6F00-1372E754F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4" y="4100052"/>
            <a:ext cx="2396281" cy="27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36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3E69-9120-B92B-AF65-8CA97F31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9F78-59D5-D32C-ED46-C816BD80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D7D0F5-C39A-A422-C743-D6D6C1FB6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479" y="83574"/>
            <a:ext cx="5329082" cy="66908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8495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A563A-022F-A861-A724-CCE22363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6712-0A2D-1634-0229-368794E1E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16D4E-B9B9-DB89-A9FE-A8CE8E6BB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730477"/>
            <a:ext cx="8915400" cy="468015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The Asset Management System was successfully developed as a web-based application.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The system allows users to manage asset records digitally instead of using manual records.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Asset data can be added, viewed, updated, and maintained through a simple interface.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MongoDB stores the asset information, while REST APIs handle data communication.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QR code generation, Excel import-export, and file upload features were integrated successfully.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The final system provides an organized and user-friendly way to manage asset information.</a:t>
            </a:r>
            <a:endParaRPr lang="en-IN" sz="2200" b="1" dirty="0"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F4E52-6F49-CCB7-8EBF-5F516702C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258" y="0"/>
            <a:ext cx="3519641" cy="19171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91341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B30A-6ABC-993F-CFAC-AC12CC18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0EF3-3AA9-2C9F-2EFE-C0AE6528C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4199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1930-8912-4500-B067-5ABAC78B7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6437" y="1730477"/>
            <a:ext cx="8915400" cy="468015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Login Authentication:</a:t>
            </a:r>
            <a:r>
              <a:rPr lang="en-IN" sz="2200" dirty="0">
                <a:latin typeface="Calisto MT" panose="02040603050505030304" pitchFamily="18" charset="0"/>
              </a:rPr>
              <a:t> Add secure user login for controlled system access.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Role-Based Access Control:</a:t>
            </a:r>
            <a:r>
              <a:rPr lang="en-IN" sz="2200" dirty="0">
                <a:latin typeface="Calisto MT" panose="02040603050505030304" pitchFamily="18" charset="0"/>
              </a:rPr>
              <a:t> Provide different permissions for admin, staff, and viewer roles.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Cloud Deployment:</a:t>
            </a:r>
            <a:r>
              <a:rPr lang="en-IN" sz="2200" dirty="0">
                <a:latin typeface="Calisto MT" panose="02040603050505030304" pitchFamily="18" charset="0"/>
              </a:rPr>
              <a:t> Deploy the application online for access from multiple devices and locations.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Mobile-Friendly Enhancements:</a:t>
            </a:r>
            <a:r>
              <a:rPr lang="en-IN" sz="2200" dirty="0">
                <a:latin typeface="Calisto MT" panose="02040603050505030304" pitchFamily="18" charset="0"/>
              </a:rPr>
              <a:t> Improve mobile responsiveness for easier use on phones and tablets.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b="1" dirty="0">
                <a:latin typeface="Calisto MT" panose="02040603050505030304" pitchFamily="18" charset="0"/>
              </a:rPr>
              <a:t>Data Backup Scheduling:</a:t>
            </a:r>
            <a:r>
              <a:rPr lang="en-IN" sz="2200" dirty="0">
                <a:latin typeface="Calisto MT" panose="02040603050505030304" pitchFamily="18" charset="0"/>
              </a:rPr>
              <a:t> Add automatic scheduled backups for better data safety.</a:t>
            </a:r>
            <a:endParaRPr lang="en-IN" sz="2200" b="1" dirty="0">
              <a:latin typeface="Calisto MT" panose="02040603050505030304" pitchFamily="18" charset="0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FFC50B5C-48CF-5D4D-05FA-F3BE0B91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5" y="1219201"/>
            <a:ext cx="2976243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3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F7FF-2F36-7821-97DF-427633ED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985F-589C-B71D-248B-56AC7A43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710" y="624110"/>
            <a:ext cx="8911687" cy="8802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E878B-9F7D-BC3F-78FC-126504E54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102" y="1730477"/>
            <a:ext cx="8915400" cy="468015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The Asset Management System was successfully developed as a web-based application.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It provides a centralized platform for managing asset records efficiently.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The system reduces manual work and improves the organization of asset information.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Features like QR code generation, Excel import-export, file upload, reports, and maintenance tracking make the system more useful.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MongoDB and REST APIs ensure smooth data storage and communication between frontend and backend.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200" dirty="0">
                <a:latin typeface="Calisto MT" panose="02040603050505030304" pitchFamily="18" charset="0"/>
              </a:rPr>
              <a:t>The project can be further improved with login authentication, role-based access, and cloud deployment.</a:t>
            </a:r>
            <a:endParaRPr lang="en-IN" sz="2200" b="1" dirty="0">
              <a:latin typeface="Calisto MT" panose="02040603050505030304" pitchFamily="18" charset="0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871765B6-D8DF-8F08-8ED1-1E07C3E52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3" y="1216366"/>
            <a:ext cx="2933701" cy="564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FC3C3C-487A-F56F-FEDD-8B9866DC0086}"/>
              </a:ext>
            </a:extLst>
          </p:cNvPr>
          <p:cNvSpPr txBox="1"/>
          <p:nvPr/>
        </p:nvSpPr>
        <p:spPr>
          <a:xfrm>
            <a:off x="3932903" y="2228671"/>
            <a:ext cx="51379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lgerian" panose="04020705040A02060702" pitchFamily="82" charset="0"/>
              </a:rPr>
              <a:t>THANK YOU</a:t>
            </a:r>
            <a:endParaRPr lang="en-IN" sz="72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23678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333</TotalTime>
  <Words>825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</vt:lpstr>
      <vt:lpstr>Calisto MT</vt:lpstr>
      <vt:lpstr>Century Gothic</vt:lpstr>
      <vt:lpstr>Times New Roman</vt:lpstr>
      <vt:lpstr>Wingdings</vt:lpstr>
      <vt:lpstr>Wingdings 3</vt:lpstr>
      <vt:lpstr>Wisp</vt:lpstr>
      <vt:lpstr>PowerPoint Presentation</vt:lpstr>
      <vt:lpstr>Contents</vt:lpstr>
      <vt:lpstr>Introduction</vt:lpstr>
      <vt:lpstr>Problem Statement</vt:lpstr>
      <vt:lpstr>Objective</vt:lpstr>
      <vt:lpstr>Technology Used</vt:lpstr>
      <vt:lpstr>PowerPoint Presentation</vt:lpstr>
      <vt:lpstr>Features</vt:lpstr>
      <vt:lpstr>Flowchart</vt:lpstr>
      <vt:lpstr>Results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Dibya Ranjan Nayak</dc:creator>
  <cp:lastModifiedBy>Dibya Ranjan Nayak</cp:lastModifiedBy>
  <cp:revision>8</cp:revision>
  <dcterms:created xsi:type="dcterms:W3CDTF">2026-06-26T07:20:09Z</dcterms:created>
  <dcterms:modified xsi:type="dcterms:W3CDTF">2026-06-27T15:12:06Z</dcterms:modified>
</cp:coreProperties>
</file>